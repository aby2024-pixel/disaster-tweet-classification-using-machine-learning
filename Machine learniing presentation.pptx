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c877579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c877579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c8775791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c8775791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c8775791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c8775791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c8775791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c8775791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c8775791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c8775791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c8775791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c8775791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c8775791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c8775791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c8775791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c8775791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c8775791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c8775791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c8775791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c8775791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c8775791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c8775791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c8775791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c8775791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c8775791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c8775791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c8775791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c8775791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c8775791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c8775791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c8775791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c8775791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c8775791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c8775791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c8775791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c8775791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 Title: Transformer-Based Classification of Disaster Response Tweets&#10;&#10;Subtitle: A Deep Learning Approach to Real-Time Emergency Detection&#10;&#10;Author: Aby Babu Alappat &#10;&#10;Date: December 2025&#10;&#10;Institution: Texas A&amp;M university San Antonio- Computer Scienc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isual: Split screen - left shows chaotic social media feed, right shows organized emergency response&#10;&#10;Text:&#10;&#10;The Problem&#10;Volume Challenge: Millions of tweets during disasters - manual analysis impossible&#10;&#10;Time-Critical: Emergency response teams need information FAST&#10;&#10;Accuracy Matters: False negatives = missed disasters (catastrophic)&#10;&#10;Resource Constraint: False positives waste emergency resources&#10;&#10;Why This Matters&#10;&quot;During earthquakes, Twitter often has real-time reports BEFORE official channels. But finding the disaster signals in the noise is the challenge.&quot;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3: RESEARCH QUESTIONS (45 seconds)&#10;Visual: Three question marks or icons for each question&#10;&#10;Text:&#10;&#10;Research Questions&#10;Can transformer models outperform traditional machine learning for disaster tweet classification?&#10;&#10;What is the optimal balance between accuracy and computational efficiency?&#10;&#10;Which model best handles the precision-recall trade-off for emergency response?&#10;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4: RELATED WORK (45 seconds)&#10;Visual: Timeline or stacked boxes showing research progression&#10;&#10;Text:&#10;&#10;Background Context&#10;Social Media + Disasters: Twitter proven valuable for emergency situational awareness&#10;&#10;Text Classification Evolution:&#10;&#10;Traditional: TF-IDF + Logistic Regression&#10;&#10;Deep Learning: CNNs, LSTMs&#10;&#10;Modern: Transformers with attention mechanisms&#10;&#10;BERT Revolution: Pre-trained bidirectional language models&#10;&#10;Efficiency Focus: DistilBERT balances performance and speed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5: DATASET OVERVIEW (1 minute)&#10;Visual: Bar chart or pie chart showing class distribution&#10;&#10;Text:&#10;&#10;Dataset Statistics&#10;Total Tweets: 7,613 training samples&#10;&#10;Class Distribution:&#10;&#10;Non-Disaster: 4,342 (57%)&#10;&#10;Disaster: 3,271 (43%)&#10;&#10;Test Set: 3,263 samples&#10;&#10;Challenge: Class imbalance requires careful model tuning&#10;&#10;Tweet Length: 60-140 characters (overlapping classes)&#10;&#10;Key Insight: &quot;Just because a tweet mentions 'fire' or 'disaster' doesn't mean it's about a real disaster—context matters.&quot;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255735"/>
            <a:ext cx="8638749" cy="5399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: METHODOLOGY OVERVIEW (1 minute)&#10;Visual: Flow diagram: Data → Preprocessing → Models → Evaluation&#10;&#10;Text:&#10;&#10;Three-Model Approach&#10;Step 1: Preprocessing&#10;&#10;Remove URLs, mentions, special characters&#10;&#10;Lowercase, normalize whitespace&#10;&#10;Step 2: Three Models&#10;&#10;Baseline: TF-IDF + Logistic Regression (benchmark)&#10;&#10;DistilBERT: Efficient transformer (67M params)&#10;&#10;BERT: Full transformer (110M params)&#10;&#10;Step 3: Evaluation&#10;&#10;Accuracy, Precision, Recall, F1-Score&#10;&#10;Confusion matrices for detailed analysis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7: PREPROCESSING PIPELINE (45 seconds)&#10;Visual: Step-by-step diagram showing tweet transformation&#10;&#10;Text:&#10;&#10;Text Cleaning Process&#10;Input Tweet: &quot;RT @user: The #wildfire near downtown is DEVASTATING!!! 😱 http://t.co/xyz123&quot;&#10;&#10;Processing Steps:&#10;&#10;Remove URLs → &quot;RT @user: The #wildfire near downtown is DEVASTATING!!! 😱&quot;&#10;&#10;Remove mentions → &quot;The #wildfire near downtown is DEVASTATING!!! 😱&quot;&#10;&#10;Remove hashtags → &quot;The wildfire near downtown is DEVASTATING!!! 😱&quot;&#10;&#10;Remove special chars → &quot;The wildfire near downtown is DEVASTATING&quot;&#10;&#10;Lowercase → &quot;the wildfire near downtown is devastating&quot;&#10;&#10;Output: Clean, standardized text ready for models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8: MODEL ARCHITECTURES (1 minute)&#10;Visual: Three architecture diagrams side-by-side&#10;&#10;Text:&#10;&#10;Comparing Three Approaches&#10;Baseline: TF-IDF + Logistic Regression&#10;&#10;5,000 features extracted&#10;&#10;Simple linear boundary in feature space&#10;&#10;Fast inference, interpretable&#10;&#10;DistilBERT: Efficient Transformer&#10;&#10;6 transformer encoder layers&#10;&#10;67M parameters (40% smaller than BERT)&#10;&#10;60% speedup vs BERT while maintaining performance&#10;&#10;BERT: Full Transformer&#10;&#10;12 transformer encoder layers&#10;&#10;110M parameters&#10;&#10;Bidirectional context understanding&#10;&#10;Key Innovation: Attention mechanisms allow models to focus on relevant words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9: TRAINING CONFIGURATION (45 seconds)&#10;Visual: Table or checklist format&#10;&#10;Text:&#10;&#10;Training Setup&#10;Parameter Value Why?&#10;Learning Rate 2e-5 Standard BERT recommendation&#10;Batch Size 16 Reduces overfitting&#10;Epochs 3 Balances convergence&#10;Optimizer AdamW Adaptive with weight decay&#10;Weight Decay 0.01 L2 regularization&#10;Early Stopping 2 epochs Prevent overfitting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0: RESULTS SUMMARY (1 minute)&#10;Visual: Comparison bar chart (Accuracy, Precision, Recall, F1)&#10;&#10;Text:&#10;&#10;Key Results&#10;Model Accuracy Precision Recall F1-Score&#10;Baseline 81.62% 83.75% 70.95% 0.7682&#10;DistilBERT 83.91% 88.51% 71.87% 0.7932&#10;BERT 85.10% 85.88% 78.13% 0.8183&#10;Main Finding&#10;&quot;BERT achieves 6.5% F1-score improvement over baseline, representing 51 additional correctly identified disaster tweets.&quot;&#10;&#10;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500"/>
            <a:ext cx="894065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1: DistilBERT ANALYSIS (45 seconds)&#10;Visual: Efficiency-accuracy trade-off curve or comparison&#10;&#10;Text:&#10;&#10;The Efficiency Question&#10;Why DistilBERT Matters&#10;&#10;40% fewer parameters (67M vs 110M)&#10;&#10;60% faster inference&#10;&#10;Maintains 97% of BERT performance&#10;&#10;Practical Implication&#10;For resource-constrained deployments (edge devices, real-time systems), DistilBERT provides excellent balance:&#10;&#10;Good performance (83.91% accuracy)&#10;&#10;Fast inference (critical for emergency systems)&#10;&#10;Deployable on modest hardware&#10;&#10;Trade-off: 1.19% accuracy loss for 40% parameter reduction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2: BERT PERFORMANCE DEEP-DIVE (1 minute)&#10;Visual: Confusion matrices side-by-side&#10;&#10;Text:&#10;&#10;Why BERT Excels&#10;Confusion Matrix Analysis&#10;&#10;True Positives: 511 (78.13% recall)&#10;&#10;True Negatives: 745 (85.73% specificity)&#10;&#10;False Negatives: 143 (21.86% miss rate)&#10;&#10;False Positives: 124 (false alarms)&#10;&#10;Critical Comparison&#10;Metric Baseline BERT Improvement&#10;Misses Disasters 184 143 -23.9%&#10;Correctly Detects 470 511 +51 tweets&#10;Implication: BERT catches nearly 8% more actual disasters"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025" y="814550"/>
            <a:ext cx="4000950" cy="351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750" y="814550"/>
            <a:ext cx="4685850" cy="3514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3: ERROR ANALYSIS (1 minute)&#10;Visual: Examples of false negatives and false positives&#10;&#10;Text:&#10;&#10;Where Models Struggle&#10;False Negatives (Missed Disasters)&#10;&#10;Indirect language: &quot;The whole sky is ablaze&quot;&#10;&#10;Speculative: &quot;Earthquake warning issued&quot; (warning ≠ confirmed)&#10;&#10;Minimal context: Very short tweets with disaster words&#10;&#10;False Positives (False Alarms)&#10;&#10;Metaphors: &quot;That presentation was a disaster&quot;&#10;&#10;Historical: &quot;Remember the 2011 earthquake...&quot;&#10;&#10;Preparedness: &quot;How to prepare for disasters&quot;&#10;&#10;Key Insight&#10;&quot;Even BERT struggles with sarcasm, metaphor, and non-literal language—challenges that mirror human understanding.&quot;"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4: DEMO - SAMPLE PREDICTIONS (2 minutes)&#10;Visual: Live demo or recorded video showing model predictions&#10;&#10;Text:&#10;&#10;Model in ActionTweet: Earthquake just hit! Building shaking, people running outside #emergency&#10;&#10;Predicted Class: Disaster&#10;&#10;Confidence: 0.99&#10;&#10;&#10; finished. All the outputs are saved and printed as described.&#10;predict_tweet(&quot;Forest fire near La Ronge Sask. Canada&quot;, model, tokenizer)&#10;Tweet: Forest fire near La Ronge Sask. Canada&#10;&#10;Predicted Class: Disaster&#10;&#10;Confidence: 0.98&#10;&#10;'Disaster'&#10;predict_tweet(&quot;On plus side look at the sky last night it was ablaze.&quot;, model, tokenizer)&#10;Tweet: On plus side look at the sky last night it was ablaze.&#10;&#10;Predicted Class: Non-Disaster&#10;&#10;Confidence: 0.61&#10;&#10;'Non-Disaster'&#10;predict_tweet(&quot;13,000 people receive #wildfires evacuation orders in California&quot;, model, tokenizer)&#10;Tweet: 13,000 people receive #wildfires evacuation orders in California&#10;&#10;Predicted Class: Disaster&#10;&#10;Confidence: 0.98&#10;&#10;'Disaster'&#10;predict_tweet(&quot;I swear that jam will set the world ablaze&quot;, model, tokenizer)&#10;Tweet: I swear that jam will set the world ablaze&#10;&#10;Predicted Class: Non-Disaster&#10;&#10;Confidence: 0.83&#10;&#10;'Non-Disaster'&#10;predict_tweet(&quot;Earthquake hits central region with 6.5 magnitude. Multiple casualties.&quot;, model, tokenizer)&#10;Tweet: Earthquake hits central region with 6.5 magnitude. Multiple casualties.&#10;&#10;Predicted Class: Disaster&#10;&#10;Confidence: 0.99&#10;&#10;'Disaster'&#10;predict_tweet(&quot;Just finished watching a disaster movie. So intense!&quot;, model, tokenizer)&#10;Tweet: Just finished watching a disaster movie. So intense!&#10;&#10;Predicted Class: Non-Disaster&#10;&#10;Confidence: 0.89&#10;&#10;'Non-Disaster'"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5: CONCLUSION &amp; FUTURE WORK (1 minute)&#10;Visual: Summary icons and roadmap&#10;&#10;Text:&#10;&#10;Key Takeaways&#10;Transformer models substantially outperform traditional ML for disaster classification&#10;&#10;BERT achieves 85.10% accuracy with 78.13% recall—sufficient for emergency deployment&#10;&#10;DistilBERT provides excellent efficiency-accuracy balance for resource-constrained systems&#10;&#10;Ethical considerations around bias and fairness are essential for deployment&#10;&#10;Future Directions&#10;Multilingual Support: Extend to non-English disaster tweets&#10;&#10;Fine-grained Classification: Predict disaster type, urgency, location&#10;&#10;Ensemble Methods: Combine multiple models for robustness&#10;&#10;Real-time Integration: Deploy with emergency management systems&#10;&#10;Final Thought&#10;&quot;This research validates transformer models for emergency response—potentially saving lives through faster, more accurate disaster detection.&quot;"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